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Granted is the AI grants team for small nonprofits: it finds winnable federal grants on live Grants.gov data, gives an honest go/no-go on each, and drafts reviewer-critiqued proposals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delivery layer of social policy has no grants capacity. Writers cost $80–150/hr; a federal application takes 40+ hours. Billions go unclaimed — and the number of open opportunities on our landing page 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thesis: targeting, not writing, is where small orgs lose. So triage comes first — eligibility gate, EV math, and an honest 'skip'. That honesty is the trust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profile extraction (never invents data), triage on live Grants.gov data with honest skips, the agent drafting team, and a pipeline tracker with combined 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proof points: the self-correcting score (74→88 with visible diffs), the honest skip on an ineligible grant, and ~3 minutes to a reviewed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agents with separated concerns. Tech: Opus 5, structured outputs everywhere, one streamed call per draft with a chunk-safe parser, and deterministic code for all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the product: honest skips, visible ADD placeholders instead of hallucinated data, EV math shown, and every fallback labeled.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economics: ~$0.40 per reviewed draft vs $3–5K human alternative; $49–149/mo pricing with &gt;90% gross margin. Wedge is free triage; moat is the compounding org/outcome dataset. 1.8M orgs, consultants as first paying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is deliberately boring: one Next.js app, stateless routes, two external surfaces. The interesting part is the failure matrix — everything degrades gracefully and it's tested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more sources, teams, then the feedback-loop moat. Close: the grant your community needs is open right now — Granted makes sure you don't miss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400800" cy="6400800"/>
          </a:xfrm>
          <a:prstGeom prst="ellipse">
            <a:avLst/>
          </a:prstGeom>
          <a:solidFill>
            <a:srgbClr val="1E593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566160"/>
            <a:ext cx="4206240" cy="4206240"/>
          </a:xfrm>
          <a:prstGeom prst="ellipse">
            <a:avLst/>
          </a:prstGeom>
          <a:solidFill>
            <a:srgbClr val="1E593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357530" cy="35753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37" y="764457"/>
            <a:ext cx="200217" cy="2002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07338" y="633222"/>
            <a:ext cx="2313432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1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granted</a:t>
            </a:r>
            <a:pPr indent="0" marL="0">
              <a:buNone/>
            </a:pPr>
            <a:r>
              <a:rPr lang="en-US" sz="2415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415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grants team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small nonprofits.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federal grants you can actually win · tells you honestly which to skip · drafts reviewer-critiqued proposals in minutes.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Gupta</a:t>
            </a:r>
            <a:pPr indent="0" marL="0">
              <a:buNone/>
            </a:pPr>
            <a:r>
              <a:rPr lang="en-US" sz="13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Builders Hackathon 2026   ·   Live Grants.gov data + a team of Claude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exists. The capacity doesn't.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nonprofits — food pantries, youth programs, shelters — are the delivery layer of American social policy. Federal grants are written for them. Yet the application system assumes staff they don't have.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EEF6F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063240"/>
            <a:ext cx="548640" cy="548640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32058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1.8M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389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nonprofits — the overwhelming majority with no development staff or grant writer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74320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EEF6F0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3063240"/>
            <a:ext cx="548640" cy="548640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32058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$80–150/hr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389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rate for professional grant writers, out of reach for small budgets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74320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EEF6F0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3063240"/>
            <a:ext cx="548640" cy="548640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32058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 hrs</a:t>
            </a:r>
            <a:endParaRPr lang="en-US" sz="34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389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staff time per federal application — a month of an ED's spare capacity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grants go unclaimed or flow to whoever could afford the writer — while hundreds of opportunities sit open on Grants.gov </a:t>
            </a:r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(our landing page shows the live count).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Nonprofits don't lose grants because they write badly.
</a:t>
            </a:r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lose because they apply to the wrong grants</a:t>
            </a:r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run out of time.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application costs a small org a month of capacity. Every competitor builds a writing tool. Granted starts where the money is actually lost: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C231E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49194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as a hard gate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349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funder's applicant-type rules, checked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4709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C231E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49194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Expected-value math, shown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5349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× win odds − cost to apply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4709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C231E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49194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“skip this one”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5349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says no is the one you trust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statement in. Reviewed federal draft 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" cy="512064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217" y="1916217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4650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Profile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971800" y="1682496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anything — mission, website copy. Claude extracts a structured profile of real programs and outcomes. Extraction only; it never invents your numbers.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640080" y="2953512"/>
            <a:ext cx="512064" cy="512064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17" y="3086649"/>
            <a:ext cx="245791" cy="2457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9169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Triage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971800" y="28529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Grants.gov search + a go/no-go brief per grant: eligibility gate, alignment, capacity vs. award size, effort, and the EV math — including honest skips.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640080" y="4123944"/>
            <a:ext cx="512064" cy="512064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17" y="4257081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087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Draft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2971800" y="40233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agent team writes the proposal, scores it like the funder's panel, and revises what got flagged — before you ever see it.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640080" y="5294376"/>
            <a:ext cx="512064" cy="512064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7" y="5427513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52578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Track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2971800" y="519379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deadline-sorted pipeline with the combined expected value of everything you're chasing.</a:t>
            </a:r>
            <a:endParaRPr lang="en-US" sz="1180" dirty="0"/>
          </a:p>
        </p:txBody>
      </p:sp>
      <p:pic>
        <p:nvPicPr>
          <p:cNvPr id="20" name="Image 4" descr="/home/user/ai-b-h/docs/screenshots/01-la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920240"/>
            <a:ext cx="4663440" cy="29169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C231E">
                <a:alpha val="25000"/>
              </a:srgbClr>
            </a:outerShdw>
          </a:effectLst>
        </p:spPr>
      </p:pic>
      <p:sp>
        <p:nvSpPr>
          <p:cNvPr id="21" name="Text 14"/>
          <p:cNvSpPr txBox="1"/>
          <p:nvPr/>
        </p:nvSpPr>
        <p:spPr>
          <a:xfrm>
            <a:off x="6903720" y="4983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the counter on the hero is the real number of open federal opportunities.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LIVE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real $1M opportunity go from fit brief to reviewed draft.</a:t>
            </a:r>
            <a:endParaRPr lang="en-US" sz="3000" dirty="0"/>
          </a:p>
        </p:txBody>
      </p:sp>
      <p:pic>
        <p:nvPicPr>
          <p:cNvPr id="4" name="Image 0" descr="/home/user/ai-b-h/docs/screenshots/06-draft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492240" cy="40599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C231E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40080" y="5897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BJA Second Chance Act (real opportunity, up to $1M) — fit brief with EV, then the four-agent run.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0" y="173736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EF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80960" y="1865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→ 88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3042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score before/after the Reviser addresses the Reviewer's critical notes — with per-section diffs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406640" y="315468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EF6F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80960" y="32826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“Skip.”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7216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perfect-sounding grant rejected because its eligibility list excludes nonprofits — one honest no saves 40 hours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06640" y="45720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EF6F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4700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 min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51389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click to reviewed, exportable draft — streamed live so you watch every agent work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— A TEAM, NOT A PROMPT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and generation are separate agents.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1E5936">
              <a:alpha val="45000"/>
            </a:srgbClr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210312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433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788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8211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brief — eligibility gate, fit score, EV math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2670048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EE3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843784" y="18288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1E5936">
              <a:alpha val="45000"/>
            </a:srgbClr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02736" y="210312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37" y="22505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3512" y="2788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3008376" y="318211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what the funder is buying; plans the narrative</a:t>
            </a:r>
            <a:endParaRPr lang="en-US" sz="1030" dirty="0"/>
          </a:p>
        </p:txBody>
      </p:sp>
      <p:sp>
        <p:nvSpPr>
          <p:cNvPr id="15" name="Text 11"/>
          <p:cNvSpPr txBox="1"/>
          <p:nvPr/>
        </p:nvSpPr>
        <p:spPr>
          <a:xfrm>
            <a:off x="4873752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EE3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047488" y="18288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1E5936">
              <a:alpha val="45000"/>
            </a:srgbClr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06440" y="210312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225052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57216" y="2788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18211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every section, grounded in your real outcomes</a:t>
            </a:r>
            <a:endParaRPr lang="en-US" sz="1030" dirty="0"/>
          </a:p>
        </p:txBody>
      </p:sp>
      <p:sp>
        <p:nvSpPr>
          <p:cNvPr id="21" name="Text 16"/>
          <p:cNvSpPr txBox="1"/>
          <p:nvPr/>
        </p:nvSpPr>
        <p:spPr>
          <a:xfrm>
            <a:off x="7077456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EE3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251192" y="18288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1E5936">
              <a:alpha val="45000"/>
            </a:srgbClr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0144" y="210312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545" y="225052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60920" y="2788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7415784" y="318211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draft like the funder's panel — 0–100 + typed notes</a:t>
            </a:r>
            <a:endParaRPr lang="en-US" sz="1030" dirty="0"/>
          </a:p>
        </p:txBody>
      </p:sp>
      <p:sp>
        <p:nvSpPr>
          <p:cNvPr id="27" name="Text 21"/>
          <p:cNvSpPr txBox="1"/>
          <p:nvPr/>
        </p:nvSpPr>
        <p:spPr>
          <a:xfrm>
            <a:off x="9281160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EE3"/>
                </a:solidFill>
              </a:rPr>
              <a:t>→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9454896" y="1828800"/>
            <a:ext cx="2084832" cy="2377440"/>
          </a:xfrm>
          <a:prstGeom prst="roundRect">
            <a:avLst>
              <a:gd name="adj" fmla="val 4386"/>
            </a:avLst>
          </a:prstGeom>
          <a:solidFill>
            <a:srgbClr val="1E5936">
              <a:alpha val="45000"/>
            </a:srgbClr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13848" y="210312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249" y="2250521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64624" y="2788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Reviser</a:t>
            </a:r>
            <a:endParaRPr lang="en-US" sz="1550" dirty="0"/>
          </a:p>
        </p:txBody>
      </p:sp>
      <p:sp>
        <p:nvSpPr>
          <p:cNvPr id="32" name="Text 25"/>
          <p:cNvSpPr txBox="1"/>
          <p:nvPr/>
        </p:nvSpPr>
        <p:spPr>
          <a:xfrm>
            <a:off x="9619488" y="3182112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only what got flagged; the panel rescores</a:t>
            </a:r>
            <a:endParaRPr lang="en-US" sz="1030" dirty="0"/>
          </a:p>
        </p:txBody>
      </p:sp>
      <p:sp>
        <p:nvSpPr>
          <p:cNvPr id="33" name="Text 26"/>
          <p:cNvSpPr txBox="1"/>
          <p:nvPr/>
        </p:nvSpPr>
        <p:spPr>
          <a:xfrm>
            <a:off x="640080" y="461772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 end to end (model-swappable via one env var)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(Zod schemas) for every judgment — the UI never parses prose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streaming call writes all sections; a chunk-safe marker parser routes them live (unit-tested to 1-char chunks)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owns the arithmetic — EV, capacity ratios, eligibility codes. The model owns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 grant reviewer — and your board — can trust.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DDCD"/>
            </a:solidFill>
            <a:prstDash val="solid"/>
          </a:ln>
          <a:effectLst>
            <a:outerShdw sx="100000" sy="100000" kx="0" ky="0" algn="bl" rotWithShape="0" blurRad="127000" dist="25400" dir="5400000">
              <a:srgbClr val="1C23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B340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387681"/>
            <a:ext cx="272125" cy="272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306324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FBE9E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no.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6576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applications are the enemy, not the revenue. Ineligible or bad-EV grants get a reasoned “skip” — before you spend a minute.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DDCD"/>
            </a:solidFill>
            <a:prstDash val="solid"/>
          </a:ln>
          <a:effectLst>
            <a:outerShdw sx="100000" sy="100000" kx="0" ky="0" algn="bl" rotWithShape="0" blurRad="127000" dist="25400" dir="5400000">
              <a:srgbClr val="1C231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24028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841" y="2387681"/>
            <a:ext cx="272125" cy="2721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63440" y="306324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FBF1D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6634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your data]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36576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 never invents statistics, partners, or outcomes. Missing facts become visible placeholders — in federal grants, a fabricated number is disqualifying.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9202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DDCD"/>
            </a:solidFill>
            <a:prstDash val="solid"/>
          </a:ln>
          <a:effectLst>
            <a:outerShdw sx="100000" sy="100000" kx="0" ky="0" algn="bl" rotWithShape="0" blurRad="127000" dist="25400" dir="5400000">
              <a:srgbClr val="1C231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240280"/>
            <a:ext cx="566928" cy="566928"/>
          </a:xfrm>
          <a:prstGeom prst="ellipse">
            <a:avLst/>
          </a:prstGeom>
          <a:solidFill>
            <a:srgbClr val="1E593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161" y="2387681"/>
            <a:ext cx="272125" cy="2721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66760" y="306324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EEF6F0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36676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the math.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6576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carries its reasoning and economics: realistic award × conservative win odds − true cost to apply. The decision stays yours.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fallback is labeled in the UI: heuristic engine without a key, snapshot data if Grants.gov is down, typed errors from Claude — the product never pretends.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BUSINESS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margins on a $3,000 pain.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reviewed federal proposal costs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grant writer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587752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B340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81728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$3,000–5,000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46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DIY (40+ hrs of an ED's time)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27248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$1,600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(Claude Opus 5 compute)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1E59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52728" y="4480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9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$0.40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brief: ≈ $0.05–0.08 · a heavy user drafting 10 proposals/mo costs ≈ $4.50 to serve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78308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EEF6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516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26771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Small/mid nonprofits ($100K–$5M budgets) + grant consultants who serve many orgs at once</a:t>
            </a:r>
            <a:endParaRPr lang="en-US" sz="118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999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2552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$49/mo · Team $149/mo — vs. $1.5–3K/yr discovery-only databases and $3–5K/proposal writers</a:t>
            </a:r>
            <a:endParaRPr lang="en-US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986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→ MOAT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24281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eligibility triage on live data → the org's outcome profile + win/loss history compounds</a:t>
            </a:r>
            <a:endParaRPr lang="en-US" sz="118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974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52303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state sources, compliance reporting, consultant multi-org seats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 where it should be. Tested where it hurts.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C23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UI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discover ·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· pipeline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48C"/>
                </a:solidFill>
              </a:rPr>
              <a:t>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18745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E59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routes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(Zod) ·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48C"/>
                </a:solidFill>
              </a:rPr>
              <a:t>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0" y="18745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E7D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Grants.gov public API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+ detail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key required)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48C"/>
                </a:solidFill>
              </a:rPr>
              <a:t>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92640" y="18745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22B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2980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· structured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· streaming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has a tested fallback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2377440" cy="402336"/>
          </a:xfrm>
          <a:prstGeom prst="roundRect">
            <a:avLst>
              <a:gd name="adj" fmla="val 22727"/>
            </a:avLst>
          </a:prstGeom>
          <a:solidFill>
            <a:srgbClr val="FBF1D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0965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4069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heuristic fit engine + replayed pipeline demo — labeled, never a wall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2377440" cy="402336"/>
          </a:xfrm>
          <a:prstGeom prst="roundRect">
            <a:avLst>
              <a:gd name="adj" fmla="val 22727"/>
            </a:avLst>
          </a:prstGeom>
          <a:solidFill>
            <a:srgbClr val="FBF1D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6634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Grants.gov down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46360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snapshot of real opportunities, labeled “offline”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230368"/>
            <a:ext cx="2377440" cy="402336"/>
          </a:xfrm>
          <a:prstGeom prst="roundRect">
            <a:avLst>
              <a:gd name="adj" fmla="val 22727"/>
            </a:avLst>
          </a:prstGeom>
          <a:solidFill>
            <a:srgbClr val="FBF1D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2303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errors / refusal / token cap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52029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errors → friendly retry; SSE emits a terminal error event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797296"/>
            <a:ext cx="2377440" cy="402336"/>
          </a:xfrm>
          <a:prstGeom prst="roundRect">
            <a:avLst>
              <a:gd name="adj" fmla="val 22727"/>
            </a:avLst>
          </a:prstGeom>
          <a:solidFill>
            <a:srgbClr val="FBF1D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7972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stream frames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246120" y="57698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4B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skipped, never crash the draft; parser tested to 1-char chunks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44000" y="3794760"/>
            <a:ext cx="2404872" cy="2514600"/>
          </a:xfrm>
          <a:prstGeom prst="roundRect">
            <a:avLst>
              <a:gd name="adj" fmla="val 4563"/>
            </a:avLst>
          </a:prstGeom>
          <a:solidFill>
            <a:srgbClr val="122B1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0" y="406908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48463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+ a Playwright E2E that drives the whole journey — it caught a real state-loss bug before any human did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federal MVP to the grants OS for small nonprofits.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2E7D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8745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grants, live · agent pipeline · honest triage (this demo)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34056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2E7D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340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71576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state sources (990-PF) · teams (Postgres + auth) · DOCX/JustGrants export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2E7D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753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55701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feedback → calibrated EV priors · funder-specific Reviewer rubrics (BJA, DOL, HHS)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16552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2E7D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165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39826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dataset of org outcomes × funder decisions — every proposal makes the next one smarter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grant your community needs is open right now.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github.com/shi1720/ai-b-h  ·  works with zero keys  ·  Shivam Gupta — AI Builders Hackathon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Granted — the AI grants team for small nonprofits</dc:title>
  <dc:subject>PptxGenJS Presentation</dc:subject>
  <dc:creator>Shivam Gupta</dc:creator>
  <cp:lastModifiedBy>Shivam Gupta</cp:lastModifiedBy>
  <cp:revision>1</cp:revision>
  <dcterms:created xsi:type="dcterms:W3CDTF">2026-09-15T05:42:52Z</dcterms:created>
  <dcterms:modified xsi:type="dcterms:W3CDTF">2026-09-15T05:42:52Z</dcterms:modified>
</cp:coreProperties>
</file>