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3a296321944184" /><Relationship Type="http://schemas.openxmlformats.org/officeDocument/2006/relationships/extended-properties" Target="/docProps/app.xml" Id="Rd87e4228dc96407d" /><Relationship Type="http://schemas.openxmlformats.org/officeDocument/2006/relationships/officeDocument" Target="/ppt/presentation.xml" Id="R41b933aaeb4241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8adecf4cde49f8"/>
  </p:sldMasterIdLst>
  <p:notesMasterIdLst>
    <p:notesMasterId xmlns:r="http://schemas.openxmlformats.org/officeDocument/2006/relationships" r:id="Rcb0d2751f9f1445c"/>
  </p:notesMasterIdLst>
  <p:sldIdLst>
    <p:sldId xmlns:r="http://schemas.openxmlformats.org/officeDocument/2006/relationships" id="256" r:id="R98b909cb17ba4f6b"/>
    <p:sldId xmlns:r="http://schemas.openxmlformats.org/officeDocument/2006/relationships" id="257" r:id="R927c9694f90b4d04"/>
    <p:sldId xmlns:r="http://schemas.openxmlformats.org/officeDocument/2006/relationships" id="258" r:id="R1228e993ac374a3c"/>
    <p:sldId xmlns:r="http://schemas.openxmlformats.org/officeDocument/2006/relationships" id="259" r:id="R0a29b984e032444d"/>
    <p:sldId xmlns:r="http://schemas.openxmlformats.org/officeDocument/2006/relationships" id="260" r:id="R7091fb523ff84779"/>
    <p:sldId xmlns:r="http://schemas.openxmlformats.org/officeDocument/2006/relationships" id="261" r:id="R4cfbcaba4f124942"/>
    <p:sldId xmlns:r="http://schemas.openxmlformats.org/officeDocument/2006/relationships" id="262" r:id="R17d148753372484d"/>
    <p:sldId xmlns:r="http://schemas.openxmlformats.org/officeDocument/2006/relationships" id="263" r:id="R7e44de01d6224c96"/>
    <p:sldId xmlns:r="http://schemas.openxmlformats.org/officeDocument/2006/relationships" id="264" r:id="R35a80e3cd9a74d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58d9eb6b0664ca1" /><Relationship Type="http://schemas.openxmlformats.org/officeDocument/2006/relationships/slideMaster" Target="/ppt/slideMasters/slideMaster1.xml" Id="R518adecf4cde49f8" /><Relationship Type="http://schemas.openxmlformats.org/officeDocument/2006/relationships/notesMaster" Target="/ppt/notesMasters/notesMaster1.xml" Id="Rcb0d2751f9f1445c" /><Relationship Type="http://schemas.openxmlformats.org/officeDocument/2006/relationships/presProps" Target="/ppt/presProps.xml" Id="Rd313d54579de4160" /><Relationship Type="http://schemas.openxmlformats.org/officeDocument/2006/relationships/tableStyles" Target="/ppt/tableStyles.xml" Id="R43279d14dd5c4a6d" /><Relationship Type="http://schemas.openxmlformats.org/officeDocument/2006/relationships/slide" Target="/ppt/slides/slide1.xml" Id="R98b909cb17ba4f6b" /><Relationship Type="http://schemas.openxmlformats.org/officeDocument/2006/relationships/slide" Target="/ppt/slides/slide2.xml" Id="R927c9694f90b4d04" /><Relationship Type="http://schemas.openxmlformats.org/officeDocument/2006/relationships/slide" Target="/ppt/slides/slide3.xml" Id="R1228e993ac374a3c" /><Relationship Type="http://schemas.openxmlformats.org/officeDocument/2006/relationships/slide" Target="/ppt/slides/slide4.xml" Id="R0a29b984e032444d" /><Relationship Type="http://schemas.openxmlformats.org/officeDocument/2006/relationships/slide" Target="/ppt/slides/slide5.xml" Id="R7091fb523ff84779" /><Relationship Type="http://schemas.openxmlformats.org/officeDocument/2006/relationships/slide" Target="/ppt/slides/slide6.xml" Id="R4cfbcaba4f124942" /><Relationship Type="http://schemas.openxmlformats.org/officeDocument/2006/relationships/slide" Target="/ppt/slides/slide7.xml" Id="R17d148753372484d" /><Relationship Type="http://schemas.openxmlformats.org/officeDocument/2006/relationships/slide" Target="/ppt/slides/slide8.xml" Id="R7e44de01d6224c96" /><Relationship Type="http://schemas.openxmlformats.org/officeDocument/2006/relationships/slide" Target="/ppt/slides/slide9.xml" Id="R35a80e3cd9a74d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8f2fb184894c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5181d4b4e7464e" /><Relationship Type="http://schemas.openxmlformats.org/officeDocument/2006/relationships/notesMaster" Target="/ppt/notesMasters/notesMaster1.xml" Id="Rbf5fb207b8fc49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6ad2e63def4522" /><Relationship Type="http://schemas.openxmlformats.org/officeDocument/2006/relationships/notesMaster" Target="/ppt/notesMasters/notesMaster1.xml" Id="R23a157f13876463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041d2f3394478a" /><Relationship Type="http://schemas.openxmlformats.org/officeDocument/2006/relationships/notesMaster" Target="/ppt/notesMasters/notesMaster1.xml" Id="R33f9fa40f26a4d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6aad6b1852458d" /><Relationship Type="http://schemas.openxmlformats.org/officeDocument/2006/relationships/notesMaster" Target="/ppt/notesMasters/notesMaster1.xml" Id="R62e585860f8649b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fc1e9ef01a4a31" /><Relationship Type="http://schemas.openxmlformats.org/officeDocument/2006/relationships/notesMaster" Target="/ppt/notesMasters/notesMaster1.xml" Id="Reb41621baec64a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94b46b6e5044f9" /><Relationship Type="http://schemas.openxmlformats.org/officeDocument/2006/relationships/notesMaster" Target="/ppt/notesMasters/notesMaster1.xml" Id="R5a894590c36d44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6242fbff6444e3" /><Relationship Type="http://schemas.openxmlformats.org/officeDocument/2006/relationships/notesMaster" Target="/ppt/notesMasters/notesMaster1.xml" Id="Raf4858dc521c461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f1beb9c5064ccf" /><Relationship Type="http://schemas.openxmlformats.org/officeDocument/2006/relationships/notesMaster" Target="/ppt/notesMasters/notesMaster1.xml" Id="Rb8f726acc63c40d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2876a3635640c1" /><Relationship Type="http://schemas.openxmlformats.org/officeDocument/2006/relationships/notesMaster" Target="/ppt/notesMasters/notesMaster1.xml" Id="R11530ff600574a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Brightpath is fictional. Its program outcomes are sample data, not claims about real nonprofit impact.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verified against the repository and deployed service. Firebase request timeout documentation: https://firebase.google.com/docs/hosting/cloud-run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abdd8f18514a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55565f82344f2f" /><Relationship Type="http://schemas.openxmlformats.org/officeDocument/2006/relationships/slideLayout" Target="/ppt/slideLayouts/slideLayout1.xml" Id="R56e98801a8894c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e98801a8894c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c8e69860ec446f" /><Relationship Type="http://schemas.openxmlformats.org/officeDocument/2006/relationships/notesSlide" Target="/ppt/notesSlides/notesSlide1.xml" Id="R9f28d78de6864e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05826d261f4d35" /><Relationship Type="http://schemas.openxmlformats.org/officeDocument/2006/relationships/image" Target="/ppt/media/image.jpeg" Id="R1f0e3443ce3145f8" /><Relationship Type="http://schemas.openxmlformats.org/officeDocument/2006/relationships/notesSlide" Target="/ppt/notesSlides/notesSlide2.xml" Id="R80b45afc73f84c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b938ac01b84dc6" /><Relationship Type="http://schemas.openxmlformats.org/officeDocument/2006/relationships/image" Target="/ppt/media/image2.jpeg" Id="R73ae53a815934d80" /><Relationship Type="http://schemas.openxmlformats.org/officeDocument/2006/relationships/notesSlide" Target="/ppt/notesSlides/notesSlide3.xml" Id="R239f8f588e7541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96719a98a64e46" /><Relationship Type="http://schemas.openxmlformats.org/officeDocument/2006/relationships/image" Target="/ppt/media/image3.jpeg" Id="R30551e1c99bc43d9" /><Relationship Type="http://schemas.openxmlformats.org/officeDocument/2006/relationships/notesSlide" Target="/ppt/notesSlides/notesSlide4.xml" Id="Ra5c57ce404cf43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267a0c20540ea" /><Relationship Type="http://schemas.openxmlformats.org/officeDocument/2006/relationships/image" Target="/ppt/media/image4.jpeg" Id="R389f15a146d74d0c" /><Relationship Type="http://schemas.openxmlformats.org/officeDocument/2006/relationships/notesSlide" Target="/ppt/notesSlides/notesSlide5.xml" Id="Rb679f52a0d6e41a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fdf54fdfe449a" /><Relationship Type="http://schemas.openxmlformats.org/officeDocument/2006/relationships/image" Target="/ppt/media/image5.jpeg" Id="Rdbef192350d54624" /><Relationship Type="http://schemas.openxmlformats.org/officeDocument/2006/relationships/notesSlide" Target="/ppt/notesSlides/notesSlide6.xml" Id="R3b80486337b14d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45583fd0fa453b" /><Relationship Type="http://schemas.openxmlformats.org/officeDocument/2006/relationships/notesSlide" Target="/ppt/notesSlides/notesSlide7.xml" Id="R87fd35610f9448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dcc7961d34809" /><Relationship Type="http://schemas.openxmlformats.org/officeDocument/2006/relationships/notesSlide" Target="/ppt/notesSlides/notesSlide8.xml" Id="R040279109ff845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9427ed24184de9" /><Relationship Type="http://schemas.openxmlformats.org/officeDocument/2006/relationships/notesSlide" Target="/ppt/notesSlides/notesSlide9.xml" Id="R50558d72ddda47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C18B5-0870-4755-A1E2-C5CC43F7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AF7F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AF7F1"/>
                </a:solidFill>
                <a:latin typeface="Arial"/>
                <a:ea typeface="Arial"/>
                <a:cs typeface="Arial"/>
              </a:rPr>
              <a:t>Granted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15E613-0190-4B9E-AA48-BA77976C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477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AF7F1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AF7F1"/>
                </a:solidFill>
                <a:latin typeface="Arial"/>
                <a:ea typeface="Arial"/>
                <a:cs typeface="Arial"/>
              </a:rPr>
              <a:t>The AI grants team</a:t>
            </a:r>
          </a:p>
          <a:p xmlns:a="http://schemas.openxmlformats.org/drawingml/2006/main">
            <a:pPr>
              <a:defRPr sz="4950" b="1">
                <a:solidFill>
                  <a:srgbClr val="FAF7F1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AF7F1"/>
                </a:solidFill>
                <a:latin typeface="Arial"/>
                <a:ea typeface="Arial"/>
                <a:cs typeface="Arial"/>
              </a:rPr>
              <a:t>for small nonprofits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833AD5-F5C5-466E-AB64-73927AE1B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DDEEE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DDEEE3"/>
                </a:solidFill>
                <a:latin typeface="Arial"/>
                <a:ea typeface="Arial"/>
                <a:cs typeface="Arial"/>
              </a:rPr>
              <a:t>More time for the mission. A clearer path to funding.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CA7614-B2A2-42B2-891C-422BC17A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0"/>
            <a:ext cx="952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DEEE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DEEE3"/>
                </a:solidFill>
                <a:latin typeface="Arial"/>
                <a:ea typeface="Arial"/>
                <a:cs typeface="Arial"/>
              </a:rPr>
              <a:t>Shivam Gupta</a:t>
            </a:r>
          </a:p>
          <a:p xmlns:a="http://schemas.openxmlformats.org/drawingml/2006/main">
            <a:pPr>
              <a:defRPr sz="1725" b="0">
                <a:solidFill>
                  <a:srgbClr val="DDEEE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DEEE3"/>
                </a:solidFill>
                <a:latin typeface="Arial"/>
                <a:ea typeface="Arial"/>
                <a:cs typeface="Arial"/>
              </a:rPr>
              <a:t>AI Builders Hackathon 2026</a:t>
            </a:r>
          </a:p>
          <a:p xmlns:a="http://schemas.openxmlformats.org/drawingml/2006/main">
            <a:pPr>
              <a:defRPr sz="1725" b="0">
                <a:solidFill>
                  <a:srgbClr val="DDEEE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DEEE3"/>
                </a:solidFill>
                <a:latin typeface="Arial"/>
                <a:ea typeface="Arial"/>
                <a:cs typeface="Arial"/>
              </a:rPr>
              <a:t>grantedai.web.app</a:t>
            </a:r>
          </a:p>
        </p:txBody>
      </p:sp>
    </p:spTree>
    <p:extLst>
      <p:ext uri="{BB962C8B-B14F-4D97-AF65-F5344CB8AC3E}">
        <p14:creationId xmlns:p14="http://schemas.microsoft.com/office/powerpoint/2010/main" val="8613218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B97D80-F34E-4DD5-8A97-6BA0E74B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B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22B1D"/>
                </a:solidFill>
                <a:latin typeface="Arial"/>
                <a:ea typeface="Arial"/>
                <a:cs typeface="Arial"/>
              </a:rPr>
              <a:t>Small teams need a clearer funding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DF801E-7EE8-4F71-8A42-3C520DCD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5715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22B1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22B1D"/>
                </a:solidFill>
                <a:latin typeface="Arial"/>
                <a:ea typeface="Arial"/>
                <a:cs typeface="Arial"/>
              </a:rPr>
              <a:t>A nonprofit’s program lead may also be its grant researcher and writer.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00CE5E-D1AC-403D-8C64-C59B6B55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905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An unsuitable application consumes time that could support the community. Granted starts by helping the team decide where to focus.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99382C-76C6-48F5-A435-84B3B0EF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E7D4F"/>
                </a:solidFill>
                <a:latin typeface="Arial"/>
                <a:ea typeface="Arial"/>
                <a:cs typeface="Arial"/>
              </a:rPr>
              <a:t>Target users: small nonprofit staff and the consultants who support them.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0e3443ce3145f8"/>
          <a:stretch xmlns:a="http://schemas.openxmlformats.org/drawingml/2006/main"/>
        </p:blipFill>
        <p:spPr>
          <a:xfrm xmlns:a="http://schemas.openxmlformats.org/drawingml/2006/main">
            <a:off x="8324162" y="1581150"/>
            <a:ext cx="1782552" cy="3857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2109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6D2E79-7578-4C39-83BF-4A987C90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B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22B1D"/>
                </a:solidFill>
                <a:latin typeface="Arial"/>
                <a:ea typeface="Arial"/>
                <a:cs typeface="Arial"/>
              </a:rPr>
              <a:t>The organization’s facts come first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FABEA4-DF0F-4AC1-9C5F-4A3A70B5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00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Paste a summary or load the sample profile. Review the extracted facts before saving.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ae53a815934d80"/>
          <a:stretch xmlns:a="http://schemas.openxmlformats.org/drawingml/2006/main"/>
        </p:blipFill>
        <p:spPr>
          <a:xfrm xmlns:a="http://schemas.openxmlformats.org/drawingml/2006/main">
            <a:off x="2786270" y="2571750"/>
            <a:ext cx="6619461" cy="3524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7636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48A126-E31E-4DE4-9868-A747CB49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B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22B1D"/>
                </a:solidFill>
                <a:latin typeface="Arial"/>
                <a:ea typeface="Arial"/>
                <a:cs typeface="Arial"/>
              </a:rPr>
              <a:t>An honest skip protects the team’s time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51e1c99bc43d9"/>
          <a:stretch xmlns:a="http://schemas.openxmlformats.org/drawingml/2006/main"/>
        </p:blipFill>
        <p:spPr>
          <a:xfrm xmlns:a="http://schemas.openxmlformats.org/drawingml/2006/main">
            <a:off x="632377" y="1790700"/>
            <a:ext cx="8050696" cy="42862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07550F-7254-4BAF-8FC3-F01B1487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52625"/>
            <a:ext cx="252412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Applicant-type exclusions act as a hard 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Unknown eligibility remains uncertain.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The original notice stays one click away.</a:t>
            </a:r>
          </a:p>
        </p:txBody>
      </p:sp>
    </p:spTree>
    <p:extLst>
      <p:ext uri="{BB962C8B-B14F-4D97-AF65-F5344CB8AC3E}">
        <p14:creationId xmlns:p14="http://schemas.microsoft.com/office/powerpoint/2010/main" val="21401973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B7D2E8-46C2-4D4D-A571-621ECBBE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B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22B1D"/>
                </a:solidFill>
                <a:latin typeface="Arial"/>
                <a:ea typeface="Arial"/>
                <a:cs typeface="Arial"/>
              </a:rPr>
              <a:t>A proposal improves through review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9f15a146d74d0c"/>
          <a:stretch xmlns:a="http://schemas.openxmlformats.org/drawingml/2006/main"/>
        </p:blipFill>
        <p:spPr>
          <a:xfrm xmlns:a="http://schemas.openxmlformats.org/drawingml/2006/main">
            <a:off x="632377" y="1809750"/>
            <a:ext cx="8050696" cy="42862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FDC72-3F73-45DE-A5C3-93F1E906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05000"/>
            <a:ext cx="261937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Strategist</a:t>
            </a:r>
          </a:p>
          <a:p xmlns:a="http://schemas.openxmlformats.org/drawingml/2006/main">
            <a:pPr>
              <a:defRPr sz="187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Plans around the synopsis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Writer</a:t>
            </a:r>
          </a:p>
          <a:p xmlns:a="http://schemas.openxmlformats.org/drawingml/2006/main">
            <a:pPr>
              <a:defRPr sz="187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Builds the narrative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Reviewer and Reviser</a:t>
            </a:r>
          </a:p>
          <a:p xmlns:a="http://schemas.openxmlformats.org/drawingml/2006/main">
            <a:pPr>
              <a:defRPr sz="187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Critique and refine</a:t>
            </a:r>
          </a:p>
        </p:txBody>
      </p:sp>
    </p:spTree>
    <p:extLst>
      <p:ext uri="{BB962C8B-B14F-4D97-AF65-F5344CB8AC3E}">
        <p14:creationId xmlns:p14="http://schemas.microsoft.com/office/powerpoint/2010/main" val="7793402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C91B5B-FFEC-4C15-A810-F5404B96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B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22B1D"/>
                </a:solidFill>
                <a:latin typeface="Arial"/>
                <a:ea typeface="Arial"/>
                <a:cs typeface="Arial"/>
              </a:rPr>
              <a:t>The application keeps evidence gaps visible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A980D-3367-4D26-A3AB-768C15C8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382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22B1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B1D"/>
                </a:solidFill>
                <a:latin typeface="Arial"/>
                <a:ea typeface="Arial"/>
                <a:cs typeface="Arial"/>
              </a:rPr>
              <a:t>The reviewer receives the original facts. A final numeric check flags unsupported figures.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ef192350d54624"/>
          <a:stretch xmlns:a="http://schemas.openxmlformats.org/drawingml/2006/main"/>
        </p:blipFill>
        <p:spPr>
          <a:xfrm xmlns:a="http://schemas.openxmlformats.org/drawingml/2006/main">
            <a:off x="1008822" y="2667000"/>
            <a:ext cx="6440557" cy="3429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C6163-B625-4D8C-BF10-255B0C04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952750"/>
            <a:ext cx="328612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People resolve missing evidence and edit the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AI scores are quality aids. The team still verifies the final application.</a:t>
            </a:r>
          </a:p>
        </p:txBody>
      </p:sp>
    </p:spTree>
    <p:extLst>
      <p:ext uri="{BB962C8B-B14F-4D97-AF65-F5344CB8AC3E}">
        <p14:creationId xmlns:p14="http://schemas.microsoft.com/office/powerpoint/2010/main" val="8219747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DA258F-8EED-4FB8-921B-B8ADD056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B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22B1D"/>
                </a:solidFill>
                <a:latin typeface="Arial"/>
                <a:ea typeface="Arial"/>
                <a:cs typeface="Arial"/>
              </a:rPr>
              <a:t>A complete workflow on a practical stack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22CB23-0682-4E50-A3C4-A4E58081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In the browser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65DB90-B5EF-4142-83A7-73087465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33813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Next.js, React, TypeScript</a:t>
            </a:r>
          </a:p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Tailwind CSS</a:t>
            </a:r>
          </a:p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Validated local workspace</a:t>
            </a:r>
          </a:p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Editable proposals and pipeline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3E99B-6D98-4B4A-BE53-A06F7986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0500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On the server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9EEB25-254A-495D-BFDD-9638D606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71750"/>
            <a:ext cx="33813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OpenAI Responses API</a:t>
            </a:r>
          </a:p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Structured output with Zod</a:t>
            </a:r>
          </a:p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Live Grants.gov data</a:t>
            </a:r>
          </a:p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Streaming with cancellation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D777D6-C371-4683-A20E-A1D54D77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0500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In production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282C2C-2D64-4AA8-B3BE-FB5B0D1B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571750"/>
            <a:ext cx="328612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Firebase Hosting</a:t>
            </a:r>
          </a:p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Google Cloud Run</a:t>
            </a:r>
          </a:p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Secret Manager</a:t>
            </a:r>
          </a:p>
          <a:p xmlns:a="http://schemas.openxmlformats.org/drawingml/2006/main">
            <a:pPr>
              <a:defRPr sz="202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Origin and request limits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ACF249-0C1E-4FAF-8F8B-EC7C5082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06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Long AI requests connect directly to Cloud Run to avoid the Hosting proxy timeout.</a:t>
            </a:r>
          </a:p>
        </p:txBody>
      </p:sp>
    </p:spTree>
    <p:extLst>
      <p:ext uri="{BB962C8B-B14F-4D97-AF65-F5344CB8AC3E}">
        <p14:creationId xmlns:p14="http://schemas.microsoft.com/office/powerpoint/2010/main" val="17107084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4AE363-0554-4093-A538-7107B475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B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22B1D"/>
                </a:solidFill>
                <a:latin typeface="Arial"/>
                <a:ea typeface="Arial"/>
                <a:cs typeface="Arial"/>
              </a:rPr>
              <a:t>Technical checks support a credible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ECDD19-FD3A-4E1E-A8BB-B33DDAB4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000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825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F2CA-82E3-41D5-B9AB-EE988AD8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400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22B1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B1D"/>
                </a:solidFill>
                <a:latin typeface="Arial"/>
                <a:ea typeface="Arial"/>
                <a:cs typeface="Arial"/>
              </a:rPr>
              <a:t>automated unit and regression checks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86B950-A73D-49D9-88C8-51B10C02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924050"/>
            <a:ext cx="5524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Live API test</a:t>
            </a:r>
          </a:p>
          <a:p xmlns:a="http://schemas.openxmlformats.org/drawingml/2006/main">
            <a:pPr>
              <a:defRPr sz="217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Extraction, discovery, eligibility gating, and the complete proposal pipeline.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Browser test</a:t>
            </a:r>
          </a:p>
          <a:p xmlns:a="http://schemas.openxmlformats.org/drawingml/2006/main">
            <a:pPr>
              <a:defRPr sz="2175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Profile saving, editing, export, pipeline controls, and responsive navigation.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5B1E3-40CA-4959-AB56-8EE11CFE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4B564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B564E"/>
                </a:solidFill>
                <a:latin typeface="Arial"/>
                <a:ea typeface="Arial"/>
                <a:cs typeface="Arial"/>
              </a:rPr>
              <a:t>These tests do not establish real-world funding success or eliminate all model errors.</a:t>
            </a:r>
          </a:p>
        </p:txBody>
      </p:sp>
    </p:spTree>
    <p:extLst>
      <p:ext uri="{BB962C8B-B14F-4D97-AF65-F5344CB8AC3E}">
        <p14:creationId xmlns:p14="http://schemas.microsoft.com/office/powerpoint/2010/main" val="15917330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22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C90331-6EB6-4CCB-AFD9-88B42F9C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85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AF7F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AF7F1"/>
                </a:solidFill>
                <a:latin typeface="Arial"/>
                <a:ea typeface="Arial"/>
                <a:cs typeface="Arial"/>
              </a:rPr>
              <a:t>The next step is a nonprofit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C9689C-1FD2-4F04-B658-E3C7E015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38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AF7F1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AF7F1"/>
                </a:solidFill>
                <a:latin typeface="Arial"/>
                <a:ea typeface="Arial"/>
                <a:cs typeface="Arial"/>
              </a:rPr>
              <a:t>Measure triage time and the editing burden with nonprofit staff.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3401E-BBD7-438F-A8CC-AB273F34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191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DDEEE3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DEEE3"/>
                </a:solidFill>
                <a:latin typeface="Arial"/>
                <a:ea typeface="Arial"/>
                <a:cs typeface="Arial"/>
              </a:rPr>
              <a:t>Then add full-notice citations, foundation and state funding sources, Word export, and shared team workspaces.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444170-1CFF-421C-A5F1-EFBF925B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47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AF7F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AF7F1"/>
                </a:solidFill>
                <a:latin typeface="Arial"/>
                <a:ea typeface="Arial"/>
                <a:cs typeface="Arial"/>
              </a:rPr>
              <a:t>Try Granted</a:t>
            </a:r>
          </a:p>
          <a:p xmlns:a="http://schemas.openxmlformats.org/drawingml/2006/main">
            <a:pPr>
              <a:defRPr sz="2700" b="1">
                <a:solidFill>
                  <a:srgbClr val="FAF7F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AF7F1"/>
                </a:solidFill>
                <a:latin typeface="Arial"/>
                <a:ea typeface="Arial"/>
                <a:cs typeface="Arial"/>
              </a:rPr>
              <a:t>grantedai.web.app</a:t>
            </a:r>
          </a:p>
        </p:txBody>
      </p:sp>
    </p:spTree>
    <p:extLst>
      <p:ext uri="{BB962C8B-B14F-4D97-AF65-F5344CB8AC3E}">
        <p14:creationId xmlns:p14="http://schemas.microsoft.com/office/powerpoint/2010/main" val="7969401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2026-09-15T09:16:03.5860000Z</dcterms:created>
  <dcterms:modified xsi:type="dcterms:W3CDTF">2026-09-15T09:16:03.5860000Z</dcterms:modified>
</coreProperties>
</file>